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111214"/>
                </a:solidFill>
              </a:rPr>
              <a:t>Sanvi Aero Gardens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8762C"/>
                </a:solidFill>
              </a:rPr>
              <a:t>1, 2 &amp; 3 BHK · Near Bengaluru Airport — placeholder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214"/>
                </a:solidFill>
              </a:rPr>
              <a:t>Why Sanvi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Placeholder positioning line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Placeholder connectivity line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Placeholder amenity line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Placeholder investment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214"/>
                </a:solidFill>
              </a:rPr>
              <a:t>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1 BHK · 672 sq ft SBA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2 BHK · 1,015 – 1,102 sq ft SBA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3 BHK · 1,540 – 1,638 sq ft SBA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0" y="292608"/>
            <a:ext cx="1828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E3C28"/>
                </a:solidFill>
              </a:rPr>
              <a:t>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214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3A3D44"/>
                </a:solidFill>
              </a:rPr>
              <a:t>•  Replace this deck with the approved brochure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