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111214"/>
                </a:solidFill>
              </a:rPr>
              <a:t>Triton Humming Valley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8762C"/>
                </a:solidFill>
              </a:rPr>
              <a:t>Luxury villas near Nandi Hills — placeholder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214"/>
                </a:solidFill>
              </a:rPr>
              <a:t>The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elevation 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drive-time 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landscape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214"/>
                </a:solidFill>
              </a:rPr>
              <a:t>Villa typologies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2,400 sq ft plot · 3,150 built-up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2,800 sq ft plot · 3,480 built-up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4,800 sq ft plot · 4,650 built-up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214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Replace this deck with the approved brochure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