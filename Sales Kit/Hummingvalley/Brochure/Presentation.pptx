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49840" y="292608"/>
            <a:ext cx="1828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E3C28"/>
                </a:solidFill>
              </a:rPr>
              <a:t>PLACEHOLDER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600" b="1">
                <a:solidFill>
                  <a:srgbClr val="111214"/>
                </a:solidFill>
              </a:rPr>
              <a:t>Triton Humming Valley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A8762C"/>
                </a:solidFill>
              </a:rPr>
              <a:t>Luxury villas near Nandi Hills — placeholder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49840" y="292608"/>
            <a:ext cx="1828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E3C28"/>
                </a:solidFill>
              </a:rPr>
              <a:t>PLACEHOLDER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214"/>
                </a:solidFill>
              </a:rPr>
              <a:t>The setting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>
                <a:solidFill>
                  <a:srgbClr val="3A3D44"/>
                </a:solidFill>
              </a:rPr>
              <a:t>•  Placeholder elevation line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3A3D44"/>
                </a:solidFill>
              </a:rPr>
              <a:t>•  Placeholder drive-time line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3A3D44"/>
                </a:solidFill>
              </a:rPr>
              <a:t>•  Placeholder landscape 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49840" y="292608"/>
            <a:ext cx="1828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E3C28"/>
                </a:solidFill>
              </a:rPr>
              <a:t>PLACEHOLDER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214"/>
                </a:solidFill>
              </a:rPr>
              <a:t>Villa typologies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>
                <a:solidFill>
                  <a:srgbClr val="3A3D44"/>
                </a:solidFill>
              </a:rPr>
              <a:t>•  2,400 sq ft plot · 3,150 built-up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3A3D44"/>
                </a:solidFill>
              </a:rPr>
              <a:t>•  2,800 sq ft plot · 3,480 built-up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3A3D44"/>
                </a:solidFill>
              </a:rPr>
              <a:t>•  4,800 sq ft plot · 4,650 built-up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49840" y="292608"/>
            <a:ext cx="1828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BE3C28"/>
                </a:solidFill>
              </a:rPr>
              <a:t>PLACEHOLDER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214"/>
                </a:solidFill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>
                <a:solidFill>
                  <a:srgbClr val="3A3D44"/>
                </a:solidFill>
              </a:rPr>
              <a:t>•  Replace this deck with the approved brochure PPT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